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15729221134dbb" /><Relationship Type="http://schemas.openxmlformats.org/officeDocument/2006/relationships/extended-properties" Target="/docProps/app.xml" Id="R7e13c9da29b24575" /><Relationship Type="http://schemas.openxmlformats.org/officeDocument/2006/relationships/officeDocument" Target="/ppt/presentation.xml" Id="R9af7840c70e747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caa3be83d4221"/>
  </p:sldMasterIdLst>
  <p:notesMasterIdLst>
    <p:notesMasterId xmlns:r="http://schemas.openxmlformats.org/officeDocument/2006/relationships" r:id="R2c9b6264e0b84f52"/>
  </p:notesMasterIdLst>
  <p:sldIdLst>
    <p:sldId xmlns:r="http://schemas.openxmlformats.org/officeDocument/2006/relationships" id="256" r:id="R867b7f6945cd4249"/>
    <p:sldId xmlns:r="http://schemas.openxmlformats.org/officeDocument/2006/relationships" id="257" r:id="Raa8d0c00ed7d4485"/>
    <p:sldId xmlns:r="http://schemas.openxmlformats.org/officeDocument/2006/relationships" id="258" r:id="R6c41da7836c340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fda21992154702" /><Relationship Type="http://schemas.openxmlformats.org/officeDocument/2006/relationships/slideMaster" Target="/ppt/slideMasters/slideMaster1.xml" Id="R904caa3be83d4221" /><Relationship Type="http://schemas.openxmlformats.org/officeDocument/2006/relationships/notesMaster" Target="/ppt/notesMasters/notesMaster1.xml" Id="R2c9b6264e0b84f52" /><Relationship Type="http://schemas.openxmlformats.org/officeDocument/2006/relationships/presProps" Target="/ppt/presProps.xml" Id="R8571360d4fa942df" /><Relationship Type="http://schemas.openxmlformats.org/officeDocument/2006/relationships/tableStyles" Target="/ppt/tableStyles.xml" Id="R65b1f8e9b65c4969" /><Relationship Type="http://schemas.openxmlformats.org/officeDocument/2006/relationships/slide" Target="/ppt/slides/slide1.xml" Id="R867b7f6945cd4249" /><Relationship Type="http://schemas.openxmlformats.org/officeDocument/2006/relationships/slide" Target="/ppt/slides/slide2.xml" Id="Raa8d0c00ed7d4485" /><Relationship Type="http://schemas.openxmlformats.org/officeDocument/2006/relationships/slide" Target="/ppt/slides/slide3.xml" Id="R6c41da7836c340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ec51b2d047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b5b7a00e84ea1" /><Relationship Type="http://schemas.openxmlformats.org/officeDocument/2006/relationships/notesMaster" Target="/ppt/notesMasters/notesMaster1.xml" Id="Ra9e313ea4f1c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2bbd5e956043d6" /><Relationship Type="http://schemas.openxmlformats.org/officeDocument/2006/relationships/notesMaster" Target="/ppt/notesMasters/notesMaster1.xml" Id="R6bfccd439ab745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cfda3c2d044cba" /><Relationship Type="http://schemas.openxmlformats.org/officeDocument/2006/relationships/notesMaster" Target="/ppt/notesMasters/notesMaster1.xml" Id="Rd6c3cc32d77c46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Shans; фотография разработчика из файла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app/routes.py, app/planner.py, app/learning.py, app/workouts.py, app/nutrition.py.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Фотография разработчика: файл пользователя C:/Users/Владимир/Desktop/ываыва.jpg.</a:t>
            </a:r>
          </a:p>
          <a:p xmlns:a="http://schemas.openxmlformats.org/drawingml/2006/main">
            <a:r>
              <a:t>Логика и функции проекта: локальный проект Shans.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3ad00e797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e9751d2f84451f" /><Relationship Type="http://schemas.openxmlformats.org/officeDocument/2006/relationships/slideLayout" Target="/ppt/slideLayouts/slideLayout1.xml" Id="R73fd3220063c47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d3220063c47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a6f69011b47c4" /><Relationship Type="http://schemas.openxmlformats.org/officeDocument/2006/relationships/image" Target="/ppt/media/image.png" Id="R3d7334d03da04efe" /><Relationship Type="http://schemas.openxmlformats.org/officeDocument/2006/relationships/image" Target="/ppt/media/image.jpeg" Id="Rf5ab84a5098b416a" /><Relationship Type="http://schemas.openxmlformats.org/officeDocument/2006/relationships/notesSlide" Target="/ppt/notesSlides/notesSlide1.xml" Id="R13665fa8e5b245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8193400194861" /><Relationship Type="http://schemas.openxmlformats.org/officeDocument/2006/relationships/image" Target="/ppt/media/image2.png" Id="Rffd64de73b2c4510" /><Relationship Type="http://schemas.openxmlformats.org/officeDocument/2006/relationships/notesSlide" Target="/ppt/notesSlides/notesSlide2.xml" Id="R68d21e98633a45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7177657c14fc3" /><Relationship Type="http://schemas.openxmlformats.org/officeDocument/2006/relationships/image" Target="/ppt/media/image3.png" Id="R1463290660ba4a63" /><Relationship Type="http://schemas.openxmlformats.org/officeDocument/2006/relationships/image" Target="/ppt/media/image2.jpeg" Id="R8ec897645ed943e9" /><Relationship Type="http://schemas.openxmlformats.org/officeDocument/2006/relationships/notesSlide" Target="/ppt/notesSlides/notesSlide3.xml" Id="R660a7009558346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2A082-9CE8-4912-9381-07125F6A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BF13-3D23-4750-B428-99992AC1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334d03da04e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57200"/>
            <a:ext cx="400050" cy="400050"/>
          </a:xfrm>
          <a:prstGeom xmlns:a="http://schemas.openxmlformats.org/drawingml/2006/main" prst="roundRect">
            <a:avLst>
              <a:gd name="adj" fmla="val 2619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0FE7B-C8D1-4B01-BDAD-5729B92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3944C-8EB2-4118-BE94-6CBE5A5F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personal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4C732-9A58-473A-BEE4-D8D29F28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61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Личная система,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которая держит порядок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5A7AB-9158-4D73-84F1-567F1013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Shans объединяет график, проекты, финансы, авто, обучение и здоровье в одном аккуратном веб-приложении.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9CF5B-6111-4D50-87E5-15A8D3DD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FC276-53A1-441F-BFDC-3F99FA9F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</a:defRPr>
            </a:pPr>
            <a:r>
              <a:rPr sz="900" b="1">
                <a:solidFill>
                  <a:srgbClr val="DBEAFE"/>
                </a:solidFill>
              </a:rPr>
              <a:t>PWA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83303-41E4-44B8-8046-C876966A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624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A20E2-90B3-450F-BBE6-982CC6BF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386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</a:defRPr>
            </a:pPr>
            <a:r>
              <a:rPr sz="900" b="1">
                <a:solidFill>
                  <a:srgbClr val="DBEAFE"/>
                </a:solidFill>
              </a:rPr>
              <a:t>Push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90658-1928-4FD1-95AC-C755EF50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624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0E94E-9471-408B-B2B7-E2D438EC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386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</a:defRPr>
            </a:pPr>
            <a:r>
              <a:rPr sz="900" b="1">
                <a:solidFill>
                  <a:srgbClr val="DBEAFE"/>
                </a:solidFill>
              </a:rPr>
              <a:t>2FA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8FF11-6246-44B8-83FC-366F81D9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624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0FC4F-C250-4C4E-A007-740E0964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</a:defRPr>
            </a:pPr>
            <a:r>
              <a:rPr sz="900" b="1">
                <a:solidFill>
                  <a:srgbClr val="DBEAFE"/>
                </a:solidFill>
              </a:rPr>
              <a:t>Excel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518DC-D040-4342-ACE0-FBBEB4E0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9150"/>
            <a:ext cx="3143250" cy="49530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b84a5098b416a"/>
          <a:srcRect xmlns:a="http://schemas.openxmlformats.org/drawingml/2006/main" l="0" t="3708" r="0" b="3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990600"/>
            <a:ext cx="2800350" cy="4610100"/>
          </a:xfrm>
          <a:prstGeom xmlns:a="http://schemas.openxmlformats.org/drawingml/2006/main" prst="roundRect">
            <a:avLst>
              <a:gd name="adj" fmla="val 816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F5383-3A9A-46C7-A85B-4CFCE55A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62500"/>
            <a:ext cx="21336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28EB2-2526-4D01-94A8-60067C61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1 интерфейс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6385D-F511-4D06-98F3-81F3E5E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76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для ежедневных процессов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DF4A7-089F-4394-A09F-1BFB15BD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9EF12-35D3-499B-9ADF-ED2DDE5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150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C81B5-65E8-4DD2-9C86-0781916C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Shans ·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9049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5CC092-4177-44F4-98F4-28D979E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64de73b2c45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57200"/>
            <a:ext cx="400050" cy="400050"/>
          </a:xfrm>
          <a:prstGeom xmlns:a="http://schemas.openxmlformats.org/drawingml/2006/main" prst="roundRect">
            <a:avLst>
              <a:gd name="adj" fmla="val 2619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E86CE-C08F-4B38-B528-B2867B06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E6EC9-C907-4BE1-A28A-7A4F8928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personal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FA3EC-B590-4779-A7A2-957877F6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Архитектура продукта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C0CC2-DDF3-438C-A5EA-49B2AC0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429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Внутри Shans нет случайных разделов. Каждый блок отвечает за конкретный сценарий: запланировать, выполнить, зафиксировать результат и вернуться к данным позже.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052C4-F424-43A4-932E-808C53A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066800"/>
            <a:ext cx="4038600" cy="4038600"/>
          </a:xfrm>
          <a:prstGeom xmlns:a="http://schemas.openxmlformats.org/drawingml/2006/main" prst="roundRect">
            <a:avLst>
              <a:gd name="adj" fmla="val 8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27199-585A-447E-A816-1B553D6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00300"/>
            <a:ext cx="1333500" cy="133350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5C58E-EDA2-4FA7-9CB4-9518C7E9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SHANS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F3B9D-11E0-44DE-AAF8-247491EA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81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93C5FD"/>
                </a:solidFill>
              </a:defRPr>
            </a:pPr>
            <a:r>
              <a:rPr sz="900">
                <a:solidFill>
                  <a:srgbClr val="93C5FD"/>
                </a:solidFill>
              </a:rPr>
              <a:t>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9D560-36A1-4F68-8691-2344476F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1200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744E5-7855-4D95-9C68-09C5D9A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383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График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6D80E-EB28-4897-9A85-E6FF2AF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1200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9CFF5-B637-4175-9849-819A91F2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Съёмки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18E49-050E-45E6-84AA-B34B390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9550"/>
            <a:ext cx="1200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32A50-7639-4677-B545-2D76C892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52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03D"/>
                </a:solidFill>
              </a:defRPr>
            </a:pPr>
            <a:r>
              <a:rPr sz="1050" b="1">
                <a:solidFill>
                  <a:srgbClr val="15803D"/>
                </a:solidFill>
              </a:rPr>
              <a:t>Отчёты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B9ACC-551D-46A8-9EF7-C0462EFB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200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82A34-2948-42E8-B3AD-43F971E6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Авто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C2DB7-1DE3-405F-B1C5-B41F69FE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1200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21912-3580-48C7-98D9-335B8C8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Обучение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6C44A-AB5F-4187-8D32-129B9429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57500"/>
            <a:ext cx="1200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D4E95-F9BC-458B-BEBA-5079701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03D"/>
                </a:solidFill>
              </a:defRPr>
            </a:pPr>
            <a:r>
              <a:rPr sz="1050" b="1">
                <a:solidFill>
                  <a:srgbClr val="15803D"/>
                </a:solidFill>
              </a:rPr>
              <a:t>Спорт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ADFAF-A338-4B3A-ACBA-37A07F33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EF990-A81B-4D1F-A9AA-A9BF600E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Единая логика: данные не теряются между разделами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74309-5BE3-4AC5-BAD3-3177F3C5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5FF8F-764E-49F6-940B-9B9B5F71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Планирование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137B4-90F7-45D8-92A9-89972977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Календарь, задачи, статусы и напоминания.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925EB-8F80-4972-86E2-F14AEBF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BA4F2-7326-4B17-890F-394CA837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Учет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6CDDA-A25D-46A1-9929-F1BFD10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Бюджет, авто, история и экспорт в Excel.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7F4D9-8EB9-4EFC-8D48-92E580C5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02283-6D89-4EC3-8A57-DAF8C3A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Развитие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1A866-45DD-4B56-A781-B731200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Курсы, тренировки, питание и прогресс.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C16C16-8C14-4B9F-80A0-24315EF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73806E-2771-4E11-ABB1-7CAE6A0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150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1FE35B-4227-4CB2-AED4-47BAC71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Shans ·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298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9A568-E28B-4C05-A53A-85A8179D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C28D3-0267-4F2F-86D2-03719DE3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3290660ba4a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57200"/>
            <a:ext cx="400050" cy="400050"/>
          </a:xfrm>
          <a:prstGeom xmlns:a="http://schemas.openxmlformats.org/drawingml/2006/main" prst="roundRect">
            <a:avLst>
              <a:gd name="adj" fmla="val 2619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A1849-FE4B-4352-8BE8-AC38B26F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514D4-7903-439A-94EC-2388E56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personal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A9BBF-AAD0-46BD-B452-F8D6C78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Почему это выглядит цельно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E9369-2224-4E1C-A4E5-E01E24B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D5E1"/>
                </a:solidFill>
              </a:defRPr>
            </a:pPr>
            <a:r>
              <a:rPr sz="1425">
                <a:solidFill>
                  <a:srgbClr val="CBD5E1"/>
                </a:solidFill>
              </a:rPr>
              <a:t>Проект собран вокруг реальных ежедневных задач, поэтому его можно расширять без потери логики.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D41BE-9CA6-4899-876C-EAC0B39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8634B-AC24-4156-B484-20BF5C7F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</a:defRPr>
            </a:pPr>
            <a:r>
              <a:rPr sz="900" b="1">
                <a:solidFill>
                  <a:srgbClr val="DBEAFE"/>
                </a:solidFill>
              </a:rPr>
              <a:t>Практичность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CB40F-7F43-4A0B-9EDD-82330258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9D751-7B22-4152-9AF7-CD26D6D1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</a:defRPr>
            </a:pPr>
            <a:r>
              <a:rPr sz="900" b="1">
                <a:solidFill>
                  <a:srgbClr val="DBEAFE"/>
                </a:solidFill>
              </a:rPr>
              <a:t>Мобильность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7D602-E310-4697-918E-6F1DBDD4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22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6798A-FC01-4DFA-9C1F-E8B5ABCC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</a:defRPr>
            </a:pPr>
            <a:r>
              <a:rPr sz="900" b="1">
                <a:solidFill>
                  <a:srgbClr val="DBEAFE"/>
                </a:solidFill>
              </a:rPr>
              <a:t>Безопасность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95EC3-8FD5-4990-9B5F-1A92D7C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5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Разработчик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59E8C-8692-4918-9E84-71D54CFA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Владимир</a:t>
            </a:r>
          </a:p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Худовердиев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905A1-3457-4476-A140-3C70D27B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Shans - авторский проект, созданный под личные рабочие процессы: от расписания и финансов до проектов, обучения и здоровья.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CC175-806C-4102-A171-BE60E479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A862B-3F41-41CA-BD57-DA310BAC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Итоговая ценность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FBE62-9904-4F70-A50A-61206E3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3790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Меньше хаоса в повседневных данных. Больше контроля, прозрачности и внимания на важном.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897645ed943e9"/>
          <a:srcRect xmlns:a="http://schemas.openxmlformats.org/drawingml/2006/main" l="13983" t="0" r="139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1650" y="723900"/>
            <a:ext cx="2114550" cy="5219700"/>
          </a:xfrm>
          <a:prstGeom xmlns:a="http://schemas.openxmlformats.org/drawingml/2006/main" prst="roundRect">
            <a:avLst>
              <a:gd name="adj" fmla="val 1171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E468D-153B-4C98-A735-7B7094DA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A896A-04F1-4F7C-840C-295E0F26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150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EFE2F-534E-4ABA-A502-017874C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Shans ·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43270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2026-07-28T19:29:45.6230000Z</dcterms:created>
  <dcterms:modified xsi:type="dcterms:W3CDTF">2026-07-28T19:29:45.6230000Z</dcterms:modified>
</coreProperties>
</file>