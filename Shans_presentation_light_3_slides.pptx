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957341d82b49bd" /><Relationship Type="http://schemas.openxmlformats.org/officeDocument/2006/relationships/extended-properties" Target="/docProps/app.xml" Id="Rfd974ee1fc8a43fd" /><Relationship Type="http://schemas.openxmlformats.org/officeDocument/2006/relationships/officeDocument" Target="/ppt/presentation.xml" Id="R44fae9dcad164c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b5588ae6d4476f"/>
  </p:sldMasterIdLst>
  <p:notesMasterIdLst>
    <p:notesMasterId xmlns:r="http://schemas.openxmlformats.org/officeDocument/2006/relationships" r:id="Rae046543d78741b4"/>
  </p:notesMasterIdLst>
  <p:sldIdLst>
    <p:sldId xmlns:r="http://schemas.openxmlformats.org/officeDocument/2006/relationships" id="256" r:id="R8872dc7e45cc4134"/>
    <p:sldId xmlns:r="http://schemas.openxmlformats.org/officeDocument/2006/relationships" id="257" r:id="R69dd468fcd184268"/>
    <p:sldId xmlns:r="http://schemas.openxmlformats.org/officeDocument/2006/relationships" id="258" r:id="Rf718d3a626af44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4892b4b65f4f2c" /><Relationship Type="http://schemas.openxmlformats.org/officeDocument/2006/relationships/slideMaster" Target="/ppt/slideMasters/slideMaster1.xml" Id="Rf9b5588ae6d4476f" /><Relationship Type="http://schemas.openxmlformats.org/officeDocument/2006/relationships/notesMaster" Target="/ppt/notesMasters/notesMaster1.xml" Id="Rae046543d78741b4" /><Relationship Type="http://schemas.openxmlformats.org/officeDocument/2006/relationships/presProps" Target="/ppt/presProps.xml" Id="R8e3ccf90a28a4f17" /><Relationship Type="http://schemas.openxmlformats.org/officeDocument/2006/relationships/tableStyles" Target="/ppt/tableStyles.xml" Id="Rdebb61152f1f4ba5" /><Relationship Type="http://schemas.openxmlformats.org/officeDocument/2006/relationships/slide" Target="/ppt/slides/slide1.xml" Id="R8872dc7e45cc4134" /><Relationship Type="http://schemas.openxmlformats.org/officeDocument/2006/relationships/slide" Target="/ppt/slides/slide2.xml" Id="R69dd468fcd184268" /><Relationship Type="http://schemas.openxmlformats.org/officeDocument/2006/relationships/slide" Target="/ppt/slides/slide3.xml" Id="Rf718d3a626af44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36ef5113e240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d60594f82841a0" /><Relationship Type="http://schemas.openxmlformats.org/officeDocument/2006/relationships/notesMaster" Target="/ppt/notesMasters/notesMaster1.xml" Id="Rf57b9db6901740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d3ae6ea2ad4c26" /><Relationship Type="http://schemas.openxmlformats.org/officeDocument/2006/relationships/notesMaster" Target="/ppt/notesMasters/notesMaster1.xml" Id="Rf36179412ad74b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6155f8963b492c" /><Relationship Type="http://schemas.openxmlformats.org/officeDocument/2006/relationships/notesMaster" Target="/ppt/notesMasters/notesMaster1.xml" Id="R4f244f77dc9541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Локальный проект Shans; фотография разработчика из файла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Локальный проект Shans: app/routes.py, app/planner.py, app/learning.py, app/workouts.py, app/nutrition.py.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Фотография разработчика: файл пользователя C:/Users/Владимир/Desktop/ываыва.jpg.</a:t>
            </a:r>
          </a:p>
          <a:p xmlns:a="http://schemas.openxmlformats.org/drawingml/2006/main">
            <a:r>
              <a:t>Логика и функции проекта: локальный проект Shans.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4f7d84dbf24b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2a501cd96a4594" /><Relationship Type="http://schemas.openxmlformats.org/officeDocument/2006/relationships/slideLayout" Target="/ppt/slideLayouts/slideLayout1.xml" Id="R3812ad570e2844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12ad570e2844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6b3cb62a443a9" /><Relationship Type="http://schemas.openxmlformats.org/officeDocument/2006/relationships/image" Target="/ppt/media/image.png" Id="R18333501682240e7" /><Relationship Type="http://schemas.openxmlformats.org/officeDocument/2006/relationships/image" Target="/ppt/media/image.jpeg" Id="R59171af4fc4a482c" /><Relationship Type="http://schemas.openxmlformats.org/officeDocument/2006/relationships/notesSlide" Target="/ppt/notesSlides/notesSlide1.xml" Id="R78dbc1599c6545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3e10fc7c14d29" /><Relationship Type="http://schemas.openxmlformats.org/officeDocument/2006/relationships/image" Target="/ppt/media/image2.png" Id="R5dbe1c0ecaf74d9e" /><Relationship Type="http://schemas.openxmlformats.org/officeDocument/2006/relationships/notesSlide" Target="/ppt/notesSlides/notesSlide2.xml" Id="Rddfa28eb923345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b4263ee2746b3" /><Relationship Type="http://schemas.openxmlformats.org/officeDocument/2006/relationships/image" Target="/ppt/media/image3.png" Id="R63ce7f863e50400f" /><Relationship Type="http://schemas.openxmlformats.org/officeDocument/2006/relationships/image" Target="/ppt/media/image2.jpeg" Id="R6f849488da374f07" /><Relationship Type="http://schemas.openxmlformats.org/officeDocument/2006/relationships/notesSlide" Target="/ppt/notesSlides/notesSlide3.xml" Id="R394d0931292d48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8111AF-D565-4C93-857E-25BC8798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18981-A3D9-4A55-AD5E-443CE83A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781050"/>
            <a:ext cx="3543300" cy="49720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33501682240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19100"/>
            <a:ext cx="400050" cy="400050"/>
          </a:xfrm>
          <a:prstGeom xmlns:a="http://schemas.openxmlformats.org/drawingml/2006/main" prst="roundRect">
            <a:avLst>
              <a:gd name="adj" fmla="val 2619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F17A6-23EF-4283-95DF-F69937A1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SHANS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CA370-683A-4D0F-9C4F-63B63C9D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personal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908D2C-F3FE-4484-8D51-5DA02BAB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334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Shans помогает держать порядок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BA78C-1755-4030-9AB8-93090280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Личная система для графика, проектов, финансов, авто, обучения и здоровья в одном аккуратном веб-приложении.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63A89-AB86-464E-A6CA-FA48C99B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C9E6F-4F78-46F4-9E50-2BD5AB9C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PWA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1C29B-A180-453F-9C65-D0C5A892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053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716E2-087A-4CEA-BC5A-56F4C8C3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815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Push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9BA4A-7813-4C2C-AF78-E7F9DC82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053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4A767-CF00-4FAE-9C34-5D61CB2B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815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2FA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7D3BD-5521-47FA-96F9-3C9059FE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053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65F7B0-56D7-4B09-98B3-C6B780AB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815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Excel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71af4fc4a482c"/>
          <a:srcRect xmlns:a="http://schemas.openxmlformats.org/drawingml/2006/main" l="0" t="4971" r="0" b="49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971550"/>
            <a:ext cx="2819400" cy="4514850"/>
          </a:xfrm>
          <a:prstGeom xmlns:a="http://schemas.openxmlformats.org/drawingml/2006/main" prst="roundRect">
            <a:avLst>
              <a:gd name="adj" fmla="val 8108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312977-E3BD-4429-99A9-37BF9DE7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57800"/>
            <a:ext cx="2228850" cy="704850"/>
          </a:xfrm>
          <a:prstGeom xmlns:a="http://schemas.openxmlformats.org/drawingml/2006/main" prst="roundRect">
            <a:avLst>
              <a:gd name="adj" fmla="val 29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BA2292-0C1E-457B-A0C2-9C07C977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48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1 интерфейс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6478B-9CD0-45B8-A200-7AF98D42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7150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для ежедневных процессов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BFAB47-4F8F-4CAF-B0C4-7A65AF19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694A0F-36EC-42E0-B0C8-2FE75D8D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E5E64-380B-4C6F-9BE1-FD9A0692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381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Shans ·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8258208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6D54FD-0DE3-4736-BE68-34E2FE38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e1c0ecaf74d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19100"/>
            <a:ext cx="400050" cy="400050"/>
          </a:xfrm>
          <a:prstGeom xmlns:a="http://schemas.openxmlformats.org/drawingml/2006/main" prst="roundRect">
            <a:avLst>
              <a:gd name="adj" fmla="val 26190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78E28-C163-45C3-9A67-EE51737F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SHANS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BD2D2-4752-452B-8480-CCFD6B20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personal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12AF4-5DA5-408D-A37D-E36EC4D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Архитектура продукта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441DA-6557-408B-9D2C-F9E11880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Внутри Shans нет случайных разделов. Каждый блок отвечает за конкретный сценарий: запланировать, выполнить, зафиксировать результат и вернуться к данным позже.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CCA67-F2FB-479F-94FF-CBE2ACA2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04900"/>
            <a:ext cx="4038600" cy="3962400"/>
          </a:xfrm>
          <a:prstGeom xmlns:a="http://schemas.openxmlformats.org/drawingml/2006/main" prst="roundRect">
            <a:avLst>
              <a:gd name="adj" fmla="val 81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C866B-AC80-469A-9C54-5B05DD40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1333500" cy="133350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877AF-F29D-4D35-B4E1-FD028CAF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SHANS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B13A6-D0CD-42B9-81E8-10602048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623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2563EB"/>
                </a:solidFill>
              </a:defRPr>
            </a:pPr>
            <a:r>
              <a:rPr sz="900">
                <a:solidFill>
                  <a:srgbClr val="2563EB"/>
                </a:solidFill>
              </a:rPr>
              <a:t>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84BA1-1F31-4B11-A233-8FCE6243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859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0290B-158F-4A79-B91D-412B1CA9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621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График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CA7B9-7253-46B2-8DD1-3D82B917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764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8C44D-8753-4950-ABF8-C6A2B4B1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Съёмки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8A2C5-9129-45FD-93AF-43792781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433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9FF0B-B32D-4CB6-9C82-8DF0826F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195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803D"/>
                </a:solidFill>
              </a:defRPr>
            </a:pPr>
            <a:r>
              <a:rPr sz="900" b="1">
                <a:solidFill>
                  <a:srgbClr val="15803D"/>
                </a:solidFill>
              </a:rPr>
              <a:t>Отчёты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16620D-ED50-4A8F-9B57-57B5ED1A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80DA4-8B0A-48FF-BEC8-2F29D5A1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00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Авто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EE8BB7-46E3-4CBC-85DB-793C28A2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194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697B8A-0584-4591-A945-A940354A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956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Обучение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EF54E-6F8D-4B97-AE99-165A2213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194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D293B2-9199-420C-8224-9746ADC7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956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803D"/>
                </a:solidFill>
              </a:defRPr>
            </a:pPr>
            <a:r>
              <a:rPr sz="900" b="1">
                <a:solidFill>
                  <a:srgbClr val="15803D"/>
                </a:solidFill>
              </a:rPr>
              <a:t>Спорт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994FC8-F23D-46C3-AF07-7111F3F7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E384CE-5303-4435-9033-D65D7425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86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Единая логика: данные не теряются между разделами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586644-A6A4-4748-A530-1D39752B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13AEE4-A72C-4426-B15A-FF9B0F76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Планирование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103BE0-5BC1-4AFC-9796-F343DF7C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Календарь, задачи, статусы и напоминания.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393705-69DC-4283-9280-53D24333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46C5ED-25A8-4423-8B4A-1EB45F91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Учет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170022-AD3D-4D23-91F4-E9BAE57E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Бюджет, авто, история и экспорт в Excel.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C8BAE3-864C-4653-ABB8-9E94F270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A602F2-C700-4077-AFEB-EEA0F337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Развитие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43EE4C-48D7-46CF-895C-131BDE54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Курсы, тренировки, питание и прогресс.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E99D41-2699-4112-BC04-9413BFBF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318353-3109-4141-BE27-CAEC5066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5C6B3A-0CD3-446A-BF1E-63462E84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381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Shans ·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576495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FE5257-4985-41F8-A553-6476836C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F2DB1-9B85-40D4-A040-618704B7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3543300" cy="4953000"/>
          </a:xfrm>
          <a:prstGeom xmlns:a="http://schemas.openxmlformats.org/drawingml/2006/main" prst="roundRect">
            <a:avLst>
              <a:gd name="adj" fmla="val 7527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BE3E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ce7f863e5040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19100"/>
            <a:ext cx="400050" cy="400050"/>
          </a:xfrm>
          <a:prstGeom xmlns:a="http://schemas.openxmlformats.org/drawingml/2006/main" prst="roundRect">
            <a:avLst>
              <a:gd name="adj" fmla="val 2619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79952-0864-4563-8CC6-47F8365A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SHANS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C7E19-9F28-4AFA-923C-FC071615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personal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E79DC-CF7D-41F8-A773-973077D3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Почему это выглядит цельно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DCA99-9C33-41A7-8E0B-3672E0D4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724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34155"/>
                </a:solidFill>
              </a:defRPr>
            </a:pPr>
            <a:r>
              <a:rPr sz="1425">
                <a:solidFill>
                  <a:srgbClr val="334155"/>
                </a:solidFill>
              </a:rPr>
              <a:t>Проект собран вокруг реальных ежедневных задач, поэтому его можно расширять без потери логики.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51930-12CF-432C-A1A6-5D09EE48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50C02-B5C6-4B8C-BCB4-44FC5635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Практичность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5386E-20B0-4509-B0C0-81D71DD2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D1400-D787-40B7-B970-9FCCF094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Мобильность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DC376-D7E6-4FDC-8ABA-E7E2D20E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176A8-1877-4550-B0EB-79644B69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803D"/>
                </a:solidFill>
              </a:defRPr>
            </a:pPr>
            <a:r>
              <a:rPr sz="900" b="1">
                <a:solidFill>
                  <a:srgbClr val="15803D"/>
                </a:solidFill>
              </a:rPr>
              <a:t>Безопасность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D3586-A7FF-4D97-ADE1-7D3EC4A7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04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Разработчик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BAD6F-0205-433C-BC6D-14D449EF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Владимир</a:t>
            </a:r>
          </a:p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Худовердиев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CA640-6475-408E-B52B-6E5DE9D3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764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Shans - авторский проект, созданный под личные рабочие процессы: от расписания и финансов до проектов, обучения и здоровья.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73499-CD54-4CAB-93E1-E40657CD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62300"/>
            <a:ext cx="424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DB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D3A50-A29A-4349-8753-D354A8AF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05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Итоговая ценность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C151F-312E-4473-B832-AB48825F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48100"/>
            <a:ext cx="3790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Меньше хаоса в повседневных данных. Больше контроля, прозрачности и внимания на важном.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49488da374f07"/>
          <a:srcRect xmlns:a="http://schemas.openxmlformats.org/drawingml/2006/main" l="14957" t="0" r="149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8800" y="723900"/>
            <a:ext cx="2057400" cy="5219700"/>
          </a:xfrm>
          <a:prstGeom xmlns:a="http://schemas.openxmlformats.org/drawingml/2006/main" prst="roundRect">
            <a:avLst>
              <a:gd name="adj" fmla="val 12037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4B7429-E98E-42FE-B2CD-9885E1DD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BBB4F5-4C69-49A2-B8FE-9710CBB4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5905F1-2882-4153-A707-1A639C49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381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Shans ·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5536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2026-07-28T19:37:45.2140000Z</dcterms:created>
  <dcterms:modified xsi:type="dcterms:W3CDTF">2026-07-28T19:37:45.2140000Z</dcterms:modified>
</coreProperties>
</file>