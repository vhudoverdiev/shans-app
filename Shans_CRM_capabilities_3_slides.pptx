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8c3fbfc47e4546" /><Relationship Type="http://schemas.openxmlformats.org/officeDocument/2006/relationships/extended-properties" Target="/docProps/app.xml" Id="R438dcb59ed2d4d56" /><Relationship Type="http://schemas.openxmlformats.org/officeDocument/2006/relationships/officeDocument" Target="/ppt/presentation.xml" Id="Rac4649c4bdfe41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7041ba67f94e36"/>
  </p:sldMasterIdLst>
  <p:notesMasterIdLst>
    <p:notesMasterId xmlns:r="http://schemas.openxmlformats.org/officeDocument/2006/relationships" r:id="Re25cdb213d464093"/>
  </p:notesMasterIdLst>
  <p:sldIdLst>
    <p:sldId xmlns:r="http://schemas.openxmlformats.org/officeDocument/2006/relationships" id="256" r:id="R1526fcb30a9e4656"/>
    <p:sldId xmlns:r="http://schemas.openxmlformats.org/officeDocument/2006/relationships" id="257" r:id="R6f4c783fe8d544d0"/>
    <p:sldId xmlns:r="http://schemas.openxmlformats.org/officeDocument/2006/relationships" id="258" r:id="R1b3fb341072b40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664c7f33474167" /><Relationship Type="http://schemas.openxmlformats.org/officeDocument/2006/relationships/slideMaster" Target="/ppt/slideMasters/slideMaster1.xml" Id="R267041ba67f94e36" /><Relationship Type="http://schemas.openxmlformats.org/officeDocument/2006/relationships/notesMaster" Target="/ppt/notesMasters/notesMaster1.xml" Id="Re25cdb213d464093" /><Relationship Type="http://schemas.openxmlformats.org/officeDocument/2006/relationships/presProps" Target="/ppt/presProps.xml" Id="R6c1e5afd625f48d7" /><Relationship Type="http://schemas.openxmlformats.org/officeDocument/2006/relationships/tableStyles" Target="/ppt/tableStyles.xml" Id="R5ba289ad57f346f4" /><Relationship Type="http://schemas.openxmlformats.org/officeDocument/2006/relationships/slide" Target="/ppt/slides/slide1.xml" Id="R1526fcb30a9e4656" /><Relationship Type="http://schemas.openxmlformats.org/officeDocument/2006/relationships/slide" Target="/ppt/slides/slide2.xml" Id="R6f4c783fe8d544d0" /><Relationship Type="http://schemas.openxmlformats.org/officeDocument/2006/relationships/slide" Target="/ppt/slides/slide3.xml" Id="R1b3fb341072b40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ee64c970a346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0007868b364ec8" /><Relationship Type="http://schemas.openxmlformats.org/officeDocument/2006/relationships/notesMaster" Target="/ppt/notesMasters/notesMaster1.xml" Id="R90c3806e569f46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826cd49bdb4645" /><Relationship Type="http://schemas.openxmlformats.org/officeDocument/2006/relationships/notesMaster" Target="/ppt/notesMasters/notesMaster1.xml" Id="R62bed195bfc442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94c4d2d1d644af" /><Relationship Type="http://schemas.openxmlformats.org/officeDocument/2006/relationships/notesMaster" Target="/ppt/notesMasters/notesMaster1.xml" Id="R4817c6ead89941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README.md, app/routes.py, app/planner.py, app/learning.py, app/workouts.py, app/nutrition.py, app/static/logo.png.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app/planner.py, app/routes.py, app/learning.py, app/workouts.py, app/nutrition.py, app/static/logo.png.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app/auth.py, app/web_push.py, app/static/service-worker.js, app/static/site.webmanifest, app/routes.py, telegram_crm_push.py, app/static/logo.png.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3ae790c444c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586004a428480f" /><Relationship Type="http://schemas.openxmlformats.org/officeDocument/2006/relationships/slideLayout" Target="/ppt/slideLayouts/slideLayout1.xml" Id="Rbc4aed3862da49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4aed3862da49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54f1b55244a4c" /><Relationship Type="http://schemas.openxmlformats.org/officeDocument/2006/relationships/image" Target="/ppt/media/image.png" Id="R967c16eddd184bc5" /><Relationship Type="http://schemas.openxmlformats.org/officeDocument/2006/relationships/notesSlide" Target="/ppt/notesSlides/notesSlide1.xml" Id="R0a3b8de2832d42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f1f3e73104d6e" /><Relationship Type="http://schemas.openxmlformats.org/officeDocument/2006/relationships/image" Target="/ppt/media/image2.png" Id="R9d153b1919534028" /><Relationship Type="http://schemas.openxmlformats.org/officeDocument/2006/relationships/notesSlide" Target="/ppt/notesSlides/notesSlide2.xml" Id="R7c7f94d5852348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d863ae177471d" /><Relationship Type="http://schemas.openxmlformats.org/officeDocument/2006/relationships/image" Target="/ppt/media/image3.png" Id="R87e34191c6e04d78" /><Relationship Type="http://schemas.openxmlformats.org/officeDocument/2006/relationships/notesSlide" Target="/ppt/notesSlides/notesSlide3.xml" Id="Ra2161123090349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97D7D-1317-4820-9464-ACF87FF2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5C336-A677-4A75-B7D8-9D381133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c16eddd184b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8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86F9B-015C-421C-805A-1FB1F0B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SHANS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EE2B5-9AC7-4343-85D0-93A5A93A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6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CRM для личных процессов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453BC-78D7-46EC-A688-02FC5FAE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63F1"/>
                </a:solidFill>
              </a:defRPr>
            </a:pPr>
            <a:r>
              <a:rPr sz="1200" b="1">
                <a:solidFill>
                  <a:srgbClr val="2F63F1"/>
                </a:solidFill>
              </a:rPr>
              <a:t>ОБЗОР ВОЗМОЖНОСТЕЙ CRM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F6CD3-80CA-473E-9716-0F272B14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0483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101827"/>
                </a:solidFill>
              </a:defRPr>
            </a:pPr>
            <a:r>
              <a:rPr sz="4125" b="1">
                <a:solidFill>
                  <a:srgbClr val="101827"/>
                </a:solidFill>
              </a:rPr>
              <a:t>CRM Shans объединяет ключевые процессы в одной системе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94D9F-3BC9-476F-8E94-3AF3BE8A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Единое пространство для планирования, проектов, финансов, автомобиля, обучения, тренировок, питания и уведомлений.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2E723-37BA-4D90-A574-DD23699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4BA7B-085B-40C7-AFCF-00FF158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3F1"/>
                </a:solidFill>
              </a:defRPr>
            </a:pPr>
            <a:r>
              <a:rPr sz="900" b="1">
                <a:solidFill>
                  <a:srgbClr val="2F63F1"/>
                </a:solidFill>
              </a:rPr>
              <a:t>Планирование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AA881-B3EC-4F47-8F9A-DED8E251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D1BEB-2DF4-43DD-87DB-4B7DF884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941C6"/>
                </a:solidFill>
              </a:defRPr>
            </a:pPr>
            <a:r>
              <a:rPr sz="900" b="1">
                <a:solidFill>
                  <a:srgbClr val="6941C6"/>
                </a:solidFill>
              </a:rPr>
              <a:t>Финансы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B0AD5-0ECE-42D7-BB13-F86CB62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089AC-ADF6-4478-97CE-ACAD9D5B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E9F6E"/>
                </a:solidFill>
              </a:defRPr>
            </a:pPr>
            <a:r>
              <a:rPr sz="900" b="1">
                <a:solidFill>
                  <a:srgbClr val="0E9F6E"/>
                </a:solidFill>
              </a:rPr>
              <a:t>Развитие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620AE-F905-4099-B97A-7B2B31DD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B7A33-B68E-4D40-B2BF-DB825BA1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81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7791F"/>
                </a:solidFill>
              </a:defRPr>
            </a:pPr>
            <a:r>
              <a:rPr sz="900" b="1">
                <a:solidFill>
                  <a:srgbClr val="B7791F"/>
                </a:solidFill>
              </a:rPr>
              <a:t>Сервисы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8ADF8-4AE5-4C9A-8544-BA5A1946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38200"/>
            <a:ext cx="4095750" cy="502920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19233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056B3-47E6-403C-8105-C83376F2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52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В CRM входят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141A7-EA0E-47E6-BC21-411E0D92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38350"/>
            <a:ext cx="32194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CBD5E1"/>
                </a:solidFill>
              </a:defRPr>
            </a:pPr>
            <a:r>
              <a:rPr sz="1275">
                <a:solidFill>
                  <a:srgbClr val="CBD5E1"/>
                </a:solidFill>
              </a:rPr>
              <a:t>• Календарь, задачи и проекты
• Бюджет, баланс и отчеты
• Автомобиль и сервисные работы
• Обучение и база материалов
• Тренировки и питание
• Фото-проекты и съемки
• Push- и Telegram-уведомления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D9827-BABB-457C-AC1B-AE6DF6AB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81AE3-00F8-48F9-8DE7-C85E121D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8C9B9-96BB-4324-99B0-8CE67584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Shans · возможности CRM</a:t>
            </a:r>
          </a:p>
        </p:txBody>
      </p:sp>
    </p:spTree>
    <p:extLst>
      <p:ext uri="{BB962C8B-B14F-4D97-AF65-F5344CB8AC3E}">
        <p14:creationId xmlns:p14="http://schemas.microsoft.com/office/powerpoint/2010/main" val="808462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CBA02-E83E-4710-944B-3B9F728D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53b19195340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8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F29D0-1A95-4472-9331-336F0569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SHANS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7285E-31B8-4A14-B35C-A295179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6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CRM для личных процессов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7F4E2-CF40-482F-BFC2-57AF227A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CRM Shans охватывает три группы процессов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FDD09-DDD6-4288-9FC6-39EE47B5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Разделы работают в общей системе: задачи формируют план, операции сохраняют факты, а история показывает текущее состояние и прогресс.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A4A75-92A1-45C8-8B63-C3C1D617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0572750" cy="23622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F6775-3DEA-4C98-82DD-6492FCE3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63F1"/>
                </a:solidFill>
              </a:defRPr>
            </a:pPr>
            <a:r>
              <a:rPr sz="1200" b="1">
                <a:solidFill>
                  <a:srgbClr val="2F63F1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7DB9C-1131-4703-8601-39342719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004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3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07813-6843-430E-B1B5-1BBED67C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Работа и проекты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F809B-408A-4755-8DD5-6113EF0E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Календарь и расписание
Задачи и напоминания
Проекты и съемки
История выполнения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281DC-76DE-4E51-AC6A-27362C7B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86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E9F6E"/>
                </a:solidFill>
              </a:defRPr>
            </a:pPr>
            <a:r>
              <a:rPr sz="1200" b="1">
                <a:solidFill>
                  <a:srgbClr val="0E9F6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03B0D-A6E7-4F40-9217-777A1B5A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004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9F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50FA5-06B3-40F6-A515-6CA68689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86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Финансы и ресурсы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EC435-DFBC-447E-874F-A7CC6D21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24300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Доходы и расходы
Баланс и история
Автомобиль и работы
Отчеты и Excel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5C1DE-C43D-443A-9F13-1BE17F78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941C6"/>
                </a:solidFill>
              </a:defRPr>
            </a:pPr>
            <a:r>
              <a:rPr sz="1200" b="1">
                <a:solidFill>
                  <a:srgbClr val="6941C6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E8A1E-D933-44DD-B5A5-3124D98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41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04CAF-41BC-4454-9D8E-C8489B6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86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Знания и здоровье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14FD5-B621-46CB-8051-34425037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Обучающие материалы
Тренировки и планы
Рацион и продукты
Отслеживание прогресса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DB726-E3DF-40D7-9346-1ABF890A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91150"/>
            <a:ext cx="9048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C7D7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2DAEA-A3C5-4701-8328-2E957EF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34025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5EEF"/>
                </a:solidFill>
              </a:defRPr>
            </a:pPr>
            <a:r>
              <a:rPr sz="1800" b="1">
                <a:solidFill>
                  <a:srgbClr val="155EEF"/>
                </a:solidFill>
              </a:rPr>
              <a:t>План → действие → данные → контроль → прогресс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8DD51-1545-453F-AC1C-432DFF3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43F91-4EE8-42A9-B264-B0F75021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916FD0-17E9-44B3-B9B7-7C573C7E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Shans · возможности CRM</a:t>
            </a:r>
          </a:p>
        </p:txBody>
      </p:sp>
    </p:spTree>
    <p:extLst>
      <p:ext uri="{BB962C8B-B14F-4D97-AF65-F5344CB8AC3E}">
        <p14:creationId xmlns:p14="http://schemas.microsoft.com/office/powerpoint/2010/main" val="1572173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4C0FF-86BD-4BF8-B980-40781FF7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34191c6e04d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8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C5293-9FC7-4B70-BD1F-1D0A419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5E0E5-C687-460D-8D55-D5B75B96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6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C7D2FE"/>
                </a:solidFill>
              </a:defRPr>
            </a:pPr>
            <a:r>
              <a:rPr sz="825">
                <a:solidFill>
                  <a:srgbClr val="C7D2FE"/>
                </a:solidFill>
              </a:rPr>
              <a:t>CRM для личных процессов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32E53-A3AD-42DF-A3F2-BB11DB1A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Сервисы CRM поддерживают ежедневную работу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FA8FB-D19F-4BB4-8711-FC52FE58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CBD5E1"/>
                </a:solidFill>
              </a:defRPr>
            </a:pPr>
            <a:r>
              <a:rPr sz="1575">
                <a:solidFill>
                  <a:srgbClr val="CBD5E1"/>
                </a:solidFill>
              </a:rPr>
              <a:t>CRM доступна как веб-приложение и PWA, защищает вход, хранит историю событий и доставляет уведомления через несколько каналов.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B0344-9D22-49AD-B2AD-71F89DAA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6764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CC0B2-88B3-40EC-A622-59D5D37C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33800"/>
            <a:ext cx="16764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B7ADC-9F5D-46ED-95A6-F300ADDB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33800"/>
            <a:ext cx="16764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AE564-4765-4681-8A12-A9F3D2B3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A7C7FF"/>
                </a:solidFill>
              </a:defRPr>
            </a:pPr>
            <a:r>
              <a:rPr sz="1875" b="1">
                <a:solidFill>
                  <a:srgbClr val="A7C7FF"/>
                </a:solidFill>
              </a:rPr>
              <a:t>PWA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1678C-D8A8-4066-8AD9-C97102B5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установка на устройство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DD6F9-C269-402A-AF91-944B33A0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DD6FE"/>
                </a:solidFill>
              </a:defRPr>
            </a:pPr>
            <a:r>
              <a:rPr sz="1875" b="1">
                <a:solidFill>
                  <a:srgbClr val="DDD6FE"/>
                </a:solidFill>
              </a:rPr>
              <a:t>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BF19E-24EE-40CC-A319-1FCBD644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86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задачи и Telegram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85C17-AA59-43F1-99C1-FDA9874A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A7F3D0"/>
                </a:solidFill>
              </a:defRPr>
            </a:pPr>
            <a:r>
              <a:rPr sz="1875" b="1">
                <a:solidFill>
                  <a:srgbClr val="A7F3D0"/>
                </a:solidFill>
              </a:rPr>
              <a:t>2FA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3A042-1A79-4D83-BE5A-BC475C2D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862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защита входа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58E18-6B89-4FC9-8CAB-4F600C71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EC349-D6FA-45CB-80A7-65FDE8A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3C5FD"/>
                </a:solidFill>
              </a:defRPr>
            </a:pPr>
            <a:r>
              <a:rPr sz="1275" b="1">
                <a:solidFill>
                  <a:srgbClr val="93C5FD"/>
                </a:solidFill>
              </a:rPr>
              <a:t>Данные и автоматизация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E0693-3A71-4AF7-966B-D0E4E9B5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Excel-экспорт, история операций, ежедневные сводки и сервисные напоминания.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89504-7D85-4B21-AF9B-F2553EC3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971550"/>
            <a:ext cx="3962400" cy="49149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2736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7B1E2-DD32-42AC-9E68-17DAA1B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Платформа CRM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22EC4-F78B-4A10-9EA5-4B09A69A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31623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• Модульная архитектура Flask
• Авторизация и двухфакторная защита
• Service Worker и установка PWA
• Web Push и Telegram-каналы
• Встроенный центр уведомлений
• Экспорт отчетов и данных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C6F00-9747-4A6F-809A-AF541B7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10E85-286E-4EDC-864A-DEE9972D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44598-925F-4EF1-A858-71FC2A8D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341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CBD5E1"/>
                </a:solidFill>
              </a:defRPr>
            </a:pPr>
            <a:r>
              <a:rPr sz="825">
                <a:solidFill>
                  <a:srgbClr val="CBD5E1"/>
                </a:solidFill>
              </a:rPr>
              <a:t>Shans · возможности CRM</a:t>
            </a:r>
          </a:p>
        </p:txBody>
      </p:sp>
    </p:spTree>
    <p:extLst>
      <p:ext uri="{BB962C8B-B14F-4D97-AF65-F5344CB8AC3E}">
        <p14:creationId xmlns:p14="http://schemas.microsoft.com/office/powerpoint/2010/main" val="740947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2026-08-04T09:58:28.5810000Z</dcterms:created>
  <dcterms:modified xsi:type="dcterms:W3CDTF">2026-08-04T09:58:28.5810000Z</dcterms:modified>
</coreProperties>
</file>